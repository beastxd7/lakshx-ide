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YC · MICROSOFT FOR STARTUPS · AWS ACTIVATE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EAE8F2"/>
                </a:solidFill>
                <a:latin typeface="Georgia"/>
              </a:rPr>
              <a:t>Fuel for the single-player product's growth, and the infrastructure the multiplayer bet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383280" cy="228600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YC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Speed and rigor on GTM — turning five design-partner teams into a repeatable enterprise 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51760"/>
            <a:ext cx="3383280" cy="228600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Microsoft for Startups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Azure credits to host the shared Agent Brain service, plus distribution through VS Code's own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651760"/>
            <a:ext cx="3383280" cy="228600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AWS Activate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Compute credits for the trace/index infrastructure a team-scale Brain runs on, at pilot-cohort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github.com/lakshx-ide/lakshx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[ your contact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