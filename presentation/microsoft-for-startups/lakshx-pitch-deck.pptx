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MICROSOFT FOR STARTUPS FOUNDERS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BUILT ON YOUR PLATFORM,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LakshX is a VS Code fork. That's not incidental — it's the whole distribution 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Every VS Code user is a zero-friction install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Familiar keybindings, familiar extension model, familiar everything — the entire VS Code user base is the addressable market on day one, not a migration we have to sell.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51760"/>
            <a:ext cx="33832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Open VSX is a security choice, not a snub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Extensions install from Open VSX rather than the Microsoft Marketplace — a deliberate supply-chain call (an id squatted on the wrong registry is a real attack, not a hypothetical one), fully documented in our own architecture docs. Happy to walk through it — and open to whatever the right long-term answer looks like as a Microsoft-aligned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The bet: the best distribution channel for an agentic IDE is the IDE 70%+ of developers already have installed — and the best way to earn a place in that ecosystem is being genuinely useful inside it, not routing around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MICROSOFT FOR STARTUPS FOUNDERS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EAE8F2"/>
                </a:solidFill>
                <a:latin typeface="Georgia"/>
              </a:rPr>
              <a:t>Azure credits to host the multiplayer bet; the ecosystem to distribute the single-player product already shipping.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Azure credits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To host the shared Agent Brain service (trace/index infrastructure a team-scale Brain runs on) as it moves from ideation to a real pilot — the Founders Hub tiers (up to $150K) map directly onto that build-out, plus Azure OpenAI Service credits for provider-side experimentation alongside our own BYOK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2743200"/>
            <a:ext cx="5212080" cy="23774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Go-to-market + technical pairing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Founders Hub's Azure architecture pairing and Microsoft's enterprise sales network are exactly the muscle a VP-Eng-facing "Team Agent Brain" motion needs — plus GitHub Enterprise for our own CI as we scale past a single-founder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github.com/lakshx-ide/lakshx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[ your contact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