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AWS ACTIVATE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THIS IS AN AWS-SHAPED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0" i="0">
                <a:solidFill>
                  <a:srgbClr val="EAE8F2"/>
                </a:solidFill>
                <a:latin typeface="Georgia"/>
              </a:rPr>
              <a:t>Agent Brain isn't a feature we bolt on. It's a compute and storage problem — the kind AWS Activate exists to fund.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12080" cy="274320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 shared trace/index service is infrastructure, full stop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project-level trace and index store that every teammate's agent queries means a real multi-tenant backend — compute for indexing and query, storage for a growing trace history, networking and auth in front of it. That doesn't run on a laptop or ship as a client-side feature; it needs real cloud infrastructure to exist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651760"/>
            <a:ext cx="5212080" cy="274320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We're extending something that already runs — not speculating from zero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The local trace store and background-subagent registry are shipped and running today, on a single machine. A cloud-hosted, multi-tenant Agent Brain is the direct next step of infrastructure already proven to work, not an unproven bet.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D90A6"/>
                </a:solidFill>
                <a:latin typeface="Calibri"/>
              </a:rPr>
              <a:t>Compute credits are the difference between “the trace/index service exists in our architecture doc” and “the trace/index service exists” — for real, at the scale a pilot cohort's traffic actually generates.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 — AWS ACTIVATE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0" i="0">
                <a:solidFill>
                  <a:srgbClr val="EAE8F2"/>
                </a:solidFill>
                <a:latin typeface="Georgia"/>
              </a:rPr>
              <a:t>Compute for the infrastructure the multiplayer bet needs, and the architecture guidance to build it safely.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12080" cy="246888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Compute credits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Compute credits for the trace/index infrastructure a team-scale Agent Brain runs on, at the scale a real pilot cohort needs — indexing, query, and storage for a shared, always-growing trace history across every teammate's agent, not a single laptop's workload.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651760"/>
            <a:ext cx="5212080" cy="246888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Architecture &amp; solutions-architect support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AWS Activate's technical guidance — solutions-architect access — to design that multi-tenant service properly the first time. A shared, cross-teammate trace index literally contains everyone's tool-call history; getting the tenancy and isolation model right at the design stage matters more than fixing it after an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github.com/lakshx-ide/lakshx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[ your contact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